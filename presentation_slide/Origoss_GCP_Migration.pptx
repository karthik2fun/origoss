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1" r:id="rId3"/>
    <p:sldId id="257" r:id="rId4"/>
    <p:sldId id="258" r:id="rId5"/>
    <p:sldId id="259" r:id="rId6"/>
    <p:sldId id="266" r:id="rId7"/>
    <p:sldId id="267" r:id="rId8"/>
    <p:sldId id="268" r:id="rId9"/>
    <p:sldId id="269" r:id="rId10"/>
    <p:sldId id="270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1"/>
  </p:normalViewPr>
  <p:slideViewPr>
    <p:cSldViewPr snapToGrid="0" snapToObjects="1">
      <p:cViewPr varScale="1">
        <p:scale>
          <a:sx n="118" d="100"/>
          <a:sy n="118" d="100"/>
        </p:scale>
        <p:origin x="167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Cloud Migration Strategy for Ghost Blog Application</a:t>
            </a:r>
            <a:endParaRPr lang="en-GB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E0E38-86D8-C66F-7DF4-F8A439D30E98}"/>
              </a:ext>
            </a:extLst>
          </p:cNvPr>
          <p:cNvSpPr txBox="1"/>
          <p:nvPr/>
        </p:nvSpPr>
        <p:spPr>
          <a:xfrm>
            <a:off x="979713" y="2180549"/>
            <a:ext cx="74567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>
                <a:effectLst/>
              </a:rPr>
              <a:t>Transforming On-Premise to GCP Kubernetes for High Availability and Efficiency</a:t>
            </a:r>
          </a:p>
          <a:p>
            <a:pPr>
              <a:buNone/>
            </a:pPr>
            <a:endParaRPr lang="en-GB" dirty="0"/>
          </a:p>
          <a:p>
            <a:pPr>
              <a:buNone/>
            </a:pPr>
            <a:r>
              <a:rPr lang="en-GB" dirty="0">
                <a:effectLst/>
              </a:rPr>
              <a:t>Presenter: Karthikeyan Sampath</a:t>
            </a:r>
          </a:p>
          <a:p>
            <a:pPr>
              <a:buNone/>
            </a:pPr>
            <a:r>
              <a:rPr lang="en-GB" dirty="0"/>
              <a:t>Date: 4-Jan-2026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7CD7A-D2B1-AE0B-46A9-1EE77D25F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HU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44A84-4926-7EF2-F2AC-9E97A1D774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Migrate on‑prem blog to cloud‑native Kubernetes</a:t>
            </a:r>
          </a:p>
          <a:p>
            <a:r>
              <a:rPr lang="en-GB" dirty="0"/>
              <a:t>High availability and zero‑downtime deployments</a:t>
            </a:r>
          </a:p>
          <a:p>
            <a:r>
              <a:rPr lang="en-GB" dirty="0" err="1"/>
              <a:t>GitOps</a:t>
            </a:r>
            <a:r>
              <a:rPr lang="en-GB" dirty="0"/>
              <a:t>-driven automation</a:t>
            </a:r>
          </a:p>
          <a:p>
            <a:r>
              <a:rPr lang="en-GB" dirty="0"/>
              <a:t>Lower operational cost and complexity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2027775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Current state challenges</a:t>
            </a:r>
            <a:endParaRPr lang="en-GB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Limited scalability</a:t>
            </a:r>
            <a:endParaRPr lang="en-US" dirty="0"/>
          </a:p>
          <a:p>
            <a:r>
              <a:rPr dirty="0"/>
              <a:t>Manual operations</a:t>
            </a:r>
            <a:endParaRPr lang="en-US" dirty="0"/>
          </a:p>
          <a:p>
            <a:r>
              <a:rPr lang="en-GB" dirty="0"/>
              <a:t>Manual deployments</a:t>
            </a:r>
          </a:p>
          <a:p>
            <a:r>
              <a:rPr lang="en-GB" dirty="0"/>
              <a:t>Limited scalability</a:t>
            </a:r>
          </a:p>
          <a:p>
            <a:r>
              <a:rPr lang="en-GB" dirty="0"/>
              <a:t>Operational risk and slow recovery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Proposed Cloud-Native Architecture</a:t>
            </a:r>
            <a:endParaRPr lang="en-GB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GB" dirty="0"/>
              <a:t>Migrate to Google Cloud Platform (GCP) for managed services.</a:t>
            </a:r>
          </a:p>
          <a:p>
            <a:r>
              <a:rPr lang="en-GB" dirty="0"/>
              <a:t>Use Google Kubernetes Engine (GKE) for orchestration, maximizing availability (99.99% SLA).</a:t>
            </a:r>
          </a:p>
          <a:p>
            <a:r>
              <a:rPr lang="en-GB" dirty="0"/>
              <a:t>Separate clusters for Test, Acceptance, Production to ensure isolation and compliance.</a:t>
            </a:r>
          </a:p>
          <a:p>
            <a:r>
              <a:rPr lang="en-GB" dirty="0"/>
              <a:t>Benefits: Auto-scaling, zero-downtime updates, reduced ops by 50-70%.</a:t>
            </a:r>
            <a:endParaRPr lang="en-US" dirty="0"/>
          </a:p>
          <a:p>
            <a:r>
              <a:rPr dirty="0"/>
              <a:t>GCP + GKE + Cloud SQL</a:t>
            </a:r>
          </a:p>
          <a:p>
            <a:r>
              <a:rPr dirty="0"/>
              <a:t>Highly available &amp; managed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High-Level System Architecture</a:t>
            </a:r>
            <a:endParaRPr lang="en-GB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Separate GCP projects</a:t>
            </a:r>
            <a:endParaRPr lang="en-US" dirty="0"/>
          </a:p>
          <a:p>
            <a:r>
              <a:rPr lang="en-GB" dirty="0"/>
              <a:t>Shared VPC with private subnets across environments (Test / </a:t>
            </a:r>
            <a:r>
              <a:rPr lang="en-GB" dirty="0" err="1"/>
              <a:t>Acc</a:t>
            </a:r>
            <a:r>
              <a:rPr lang="en-GB" dirty="0"/>
              <a:t> / Prod )</a:t>
            </a:r>
          </a:p>
          <a:p>
            <a:r>
              <a:rPr lang="en-GB" dirty="0"/>
              <a:t>GCP cert manager for SSL Encryption and secure cloud </a:t>
            </a:r>
            <a:r>
              <a:rPr lang="en-GB" dirty="0" err="1"/>
              <a:t>sql</a:t>
            </a:r>
            <a:r>
              <a:rPr lang="en-GB" dirty="0"/>
              <a:t> access with workload identity</a:t>
            </a:r>
          </a:p>
          <a:p>
            <a:r>
              <a:rPr lang="en-GB" dirty="0"/>
              <a:t>GKE clusters (Autopilot) per environment for isolation.</a:t>
            </a:r>
          </a:p>
          <a:p>
            <a:r>
              <a:rPr lang="en-GB" dirty="0"/>
              <a:t>Ingress for secure external access (HTTPS).</a:t>
            </a:r>
          </a:p>
          <a:p>
            <a:r>
              <a:rPr lang="en-GB" dirty="0"/>
              <a:t>Cloud SQL (MySQL HA) and </a:t>
            </a:r>
            <a:r>
              <a:rPr lang="en-GB" dirty="0" err="1"/>
              <a:t>Filestore</a:t>
            </a:r>
            <a:r>
              <a:rPr lang="en-GB" dirty="0"/>
              <a:t> for persistent storage.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6A984-9959-4BAA-8AF7-04651CB66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Environment-Specific Architectures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C1517D-02B5-04A4-910C-05801B4FA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Test: Minimal resources (2 replicas, zonal DB) for rapid testing.</a:t>
            </a:r>
          </a:p>
          <a:p>
            <a:r>
              <a:rPr lang="en-GB" dirty="0"/>
              <a:t>Acceptance: Staging with regional HA (3 replicas) for UAT.</a:t>
            </a:r>
          </a:p>
          <a:p>
            <a:r>
              <a:rPr lang="en-GB" dirty="0"/>
              <a:t>Production: High-scale (5+ replicas, multi-zone) for 24/7 availability.</a:t>
            </a:r>
          </a:p>
          <a:p>
            <a:pPr marL="0" indent="0">
              <a:buNone/>
            </a:pPr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503965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37983-8155-D96B-26B1-2C9A61B4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Core Technologies and Rationale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8BBE1-18FC-5AE2-07DC-239509E59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GKE: Managed Kubernetes for ease and scalability.</a:t>
            </a:r>
          </a:p>
          <a:p>
            <a:r>
              <a:rPr lang="en-GB" dirty="0"/>
              <a:t>Cloud SQL: External DB with automatic backups.</a:t>
            </a:r>
          </a:p>
          <a:p>
            <a:r>
              <a:rPr lang="en-GB" dirty="0" err="1"/>
              <a:t>Filestore</a:t>
            </a:r>
            <a:r>
              <a:rPr lang="en-GB" dirty="0"/>
              <a:t>: Persistent volumes for Ghost content.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286152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B2E44-23F5-2F92-09FA-12768D03D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Deployment Automation and Zero Downtime</a:t>
            </a:r>
            <a:br>
              <a:rPr lang="en-GB" dirty="0"/>
            </a:b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566C-BF97-2692-54AB-06D7DACD4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Automation with </a:t>
            </a:r>
            <a:r>
              <a:rPr lang="en-GB" dirty="0" err="1"/>
              <a:t>IaC</a:t>
            </a:r>
            <a:r>
              <a:rPr lang="en-GB" dirty="0"/>
              <a:t> and </a:t>
            </a:r>
            <a:r>
              <a:rPr lang="en-GB" dirty="0" err="1"/>
              <a:t>GitOps</a:t>
            </a:r>
            <a:endParaRPr lang="en-GB" dirty="0"/>
          </a:p>
          <a:p>
            <a:r>
              <a:rPr lang="en-GB" dirty="0"/>
              <a:t>Terraform for infrastructure provisioning (</a:t>
            </a:r>
            <a:r>
              <a:rPr lang="en-GB" dirty="0" err="1"/>
              <a:t>IaC</a:t>
            </a:r>
            <a:r>
              <a:rPr lang="en-GB" dirty="0"/>
              <a:t>).</a:t>
            </a:r>
          </a:p>
          <a:p>
            <a:r>
              <a:rPr lang="en-GB" dirty="0" err="1"/>
              <a:t>ArgoCD</a:t>
            </a:r>
            <a:r>
              <a:rPr lang="en-GB" dirty="0"/>
              <a:t> for </a:t>
            </a:r>
            <a:r>
              <a:rPr lang="en-GB" dirty="0" err="1"/>
              <a:t>GitOps</a:t>
            </a:r>
            <a:r>
              <a:rPr lang="en-GB" dirty="0"/>
              <a:t>-based app deployments.</a:t>
            </a:r>
          </a:p>
          <a:p>
            <a:r>
              <a:rPr lang="en-GB" dirty="0"/>
              <a:t>Zero Downtime: Rolling updates, readiness probes, HPA.</a:t>
            </a:r>
          </a:p>
          <a:p>
            <a:r>
              <a:rPr lang="en-GB" dirty="0"/>
              <a:t>End-to-end script for one-click setup.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1608259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AA4BC-65AE-0183-1836-16F2087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Security and Best Practices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C0D5C-FA8E-D126-AF3D-DADA2AF49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HTTPS with managed certs, IAM roles, VPC controls</a:t>
            </a:r>
          </a:p>
          <a:p>
            <a:r>
              <a:rPr lang="en-GB" dirty="0"/>
              <a:t>workload identity and network firewall</a:t>
            </a:r>
          </a:p>
          <a:p>
            <a:r>
              <a:rPr lang="en-GB" dirty="0"/>
              <a:t>Monitoring: Cloud Operations for metrics/logs (extra, 1-2 days to integrate Prometheus).</a:t>
            </a:r>
          </a:p>
          <a:p>
            <a:r>
              <a:rPr lang="en-GB" dirty="0"/>
              <a:t>Best Practices: Efficiency (autoscaling), Security (least privilege), Ease (managed services).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7645900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33B2F7-A328-CEC2-9269-2D41E1929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Migration Plan and MVP</a:t>
            </a:r>
            <a:endParaRPr lang="en-H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429A2C-68E0-F4A9-75FE-B312C71B4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Test environment setup and data migration.</a:t>
            </a:r>
          </a:p>
          <a:p>
            <a:r>
              <a:rPr lang="en-GB" dirty="0"/>
              <a:t>Acceptance UAT.</a:t>
            </a:r>
          </a:p>
          <a:p>
            <a:r>
              <a:rPr lang="en-GB" dirty="0"/>
              <a:t>Production cutover.</a:t>
            </a:r>
          </a:p>
          <a:p>
            <a:r>
              <a:rPr lang="en-GB" dirty="0"/>
              <a:t>MVP: Functional Ghost deploy in Test (code in Git repo). Gaps: Full CI/CD (2-3 days).</a:t>
            </a:r>
          </a:p>
          <a:p>
            <a:endParaRPr lang="en-HU" dirty="0"/>
          </a:p>
        </p:txBody>
      </p:sp>
    </p:spTree>
    <p:extLst>
      <p:ext uri="{BB962C8B-B14F-4D97-AF65-F5344CB8AC3E}">
        <p14:creationId xmlns:p14="http://schemas.microsoft.com/office/powerpoint/2010/main" val="2209190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GCP?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~30% lower monthly cost</a:t>
            </a:r>
          </a:p>
          <a:p>
            <a:r>
              <a:rPr lang="en-US" dirty="0"/>
              <a:t>No Kubernetes control-plane fee</a:t>
            </a:r>
          </a:p>
          <a:p>
            <a:r>
              <a:rPr lang="en-US" dirty="0"/>
              <a:t>Stronger Kubernetes-native experience</a:t>
            </a:r>
          </a:p>
          <a:p>
            <a:r>
              <a:rPr lang="en-US" dirty="0"/>
              <a:t>Faster delivery with fewer moving parts</a:t>
            </a:r>
          </a:p>
          <a:p>
            <a:r>
              <a:rPr dirty="0"/>
              <a:t>Simpler than AWS/Azure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0cf7ac0a-4681-4823-ab0b-04ef02c5f873}" enabled="1" method="Standar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433</Words>
  <Application>Microsoft Macintosh PowerPoint</Application>
  <PresentationFormat>On-screen Show (4:3)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Cloud Migration Strategy for Ghost Blog Application</vt:lpstr>
      <vt:lpstr>Executive summary</vt:lpstr>
      <vt:lpstr>Current state challenges</vt:lpstr>
      <vt:lpstr>Proposed Cloud-Native Architecture</vt:lpstr>
      <vt:lpstr>High-Level System Architecture</vt:lpstr>
      <vt:lpstr>Environment-Specific Architectures</vt:lpstr>
      <vt:lpstr>Core Technologies and Rationale</vt:lpstr>
      <vt:lpstr>Deployment Automation and Zero Downtime </vt:lpstr>
      <vt:lpstr>Security and Best Practices</vt:lpstr>
      <vt:lpstr>Migration Plan and MVP</vt:lpstr>
      <vt:lpstr>Why GCP?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Sampath, Karthikeyan (external - Service)</cp:lastModifiedBy>
  <cp:revision>8</cp:revision>
  <dcterms:created xsi:type="dcterms:W3CDTF">2013-01-27T09:14:16Z</dcterms:created>
  <dcterms:modified xsi:type="dcterms:W3CDTF">2026-02-04T08:47:16Z</dcterms:modified>
  <cp:category/>
</cp:coreProperties>
</file>